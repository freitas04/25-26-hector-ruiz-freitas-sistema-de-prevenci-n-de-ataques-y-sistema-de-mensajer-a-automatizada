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fe243ce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fe243ce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fe243ce8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fe243ce8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fe243ce8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fe243ce8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fe243ce8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fe243ce8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fe243ce8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fe243ce8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fe243ce8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fe243ce8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fe243ce8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fe243ce8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fe243ce8f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fe243ce8f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fe243ce8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fe243ce8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fe243ce8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fe243ce8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fe243ce8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fe243ce8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fe243ce8f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fe243ce8f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2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5167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Sistema de prevención de ataques y sistema de mensajería automatizada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2836650" y="38974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Hector Rafael Ruiz Freitas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700"/>
              <a:t>Índice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Objetivo del proyecto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Arquitectura de la red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Herramientas utilizadas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Instalación y configuración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Respuesta activa (Active Response)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Integración con Telegram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Pruebas y demostración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Trabajo futuro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Objetivo del Proyecto</a:t>
            </a:r>
            <a:endParaRPr b="1"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Crear una infraestructura de seguridad y monitorización realista.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Detectar cambios, intrusiones, accesos sospechosos.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Generar alertas automáticas por Telegram y correo.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Bloquear ataques mediante Active Response.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Construir un entorno escalable para añadir más clientes.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Centralizar logs y análisis de vulnerabilidades.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4000" y="2690900"/>
            <a:ext cx="1787851" cy="178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 Arquitectura de la Red</a:t>
            </a:r>
            <a:endParaRPr b="1"/>
          </a:p>
        </p:txBody>
      </p:sp>
      <p:pic>
        <p:nvPicPr>
          <p:cNvPr id="154" name="Google Shape;154;p16" title="ChatGPT Image Dec 12, 2025, 04_56_29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5575" y="1051000"/>
            <a:ext cx="3742751" cy="374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Herramientas Utilizadas</a:t>
            </a:r>
            <a:endParaRPr b="1"/>
          </a:p>
        </p:txBody>
      </p:sp>
      <p:sp>
        <p:nvSpPr>
          <p:cNvPr id="160" name="Google Shape;160;p17"/>
          <p:cNvSpPr txBox="1"/>
          <p:nvPr/>
        </p:nvSpPr>
        <p:spPr>
          <a:xfrm>
            <a:off x="1060350" y="1307850"/>
            <a:ext cx="22995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Hardware</a:t>
            </a:r>
            <a:endParaRPr b="1" sz="2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5042725" y="1307850"/>
            <a:ext cx="17988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Software</a:t>
            </a:r>
            <a:endParaRPr b="1" sz="2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375" y="2532650"/>
            <a:ext cx="1330425" cy="11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1950" y="2481500"/>
            <a:ext cx="1138625" cy="11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-8700" r="8700" t="0"/>
          <a:stretch/>
        </p:blipFill>
        <p:spPr>
          <a:xfrm>
            <a:off x="3343050" y="2409937"/>
            <a:ext cx="1011825" cy="10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81250" y="3511824"/>
            <a:ext cx="1408724" cy="900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97950" y="3511825"/>
            <a:ext cx="1063250" cy="106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72600" y="3598025"/>
            <a:ext cx="1798799" cy="1011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93879" y="2384210"/>
            <a:ext cx="1408721" cy="1063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17"/>
          <p:cNvCxnSpPr>
            <a:stCxn id="161" idx="2"/>
            <a:endCxn id="164" idx="0"/>
          </p:cNvCxnSpPr>
          <p:nvPr/>
        </p:nvCxnSpPr>
        <p:spPr>
          <a:xfrm flipH="1">
            <a:off x="3849025" y="1792050"/>
            <a:ext cx="2093100" cy="61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17"/>
          <p:cNvCxnSpPr>
            <a:stCxn id="161" idx="2"/>
            <a:endCxn id="167" idx="0"/>
          </p:cNvCxnSpPr>
          <p:nvPr/>
        </p:nvCxnSpPr>
        <p:spPr>
          <a:xfrm flipH="1">
            <a:off x="4572025" y="1792050"/>
            <a:ext cx="1370100" cy="180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17"/>
          <p:cNvCxnSpPr>
            <a:stCxn id="161" idx="2"/>
            <a:endCxn id="166" idx="0"/>
          </p:cNvCxnSpPr>
          <p:nvPr/>
        </p:nvCxnSpPr>
        <p:spPr>
          <a:xfrm flipH="1">
            <a:off x="5829625" y="1792050"/>
            <a:ext cx="112500" cy="171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17"/>
          <p:cNvCxnSpPr>
            <a:stCxn id="161" idx="2"/>
            <a:endCxn id="165" idx="0"/>
          </p:cNvCxnSpPr>
          <p:nvPr/>
        </p:nvCxnSpPr>
        <p:spPr>
          <a:xfrm>
            <a:off x="5942125" y="1792050"/>
            <a:ext cx="1343400" cy="171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17"/>
          <p:cNvCxnSpPr>
            <a:stCxn id="161" idx="2"/>
            <a:endCxn id="168" idx="0"/>
          </p:cNvCxnSpPr>
          <p:nvPr/>
        </p:nvCxnSpPr>
        <p:spPr>
          <a:xfrm>
            <a:off x="5942125" y="1792050"/>
            <a:ext cx="2356200" cy="59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17"/>
          <p:cNvCxnSpPr>
            <a:stCxn id="160" idx="2"/>
            <a:endCxn id="162" idx="0"/>
          </p:cNvCxnSpPr>
          <p:nvPr/>
        </p:nvCxnSpPr>
        <p:spPr>
          <a:xfrm flipH="1">
            <a:off x="1090500" y="1792050"/>
            <a:ext cx="1119600" cy="74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17"/>
          <p:cNvCxnSpPr>
            <a:stCxn id="160" idx="2"/>
            <a:endCxn id="163" idx="0"/>
          </p:cNvCxnSpPr>
          <p:nvPr/>
        </p:nvCxnSpPr>
        <p:spPr>
          <a:xfrm>
            <a:off x="2210100" y="1792050"/>
            <a:ext cx="431100" cy="68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 Instalación y Configuración</a:t>
            </a:r>
            <a:endParaRPr b="1"/>
          </a:p>
        </p:txBody>
      </p:sp>
      <p:sp>
        <p:nvSpPr>
          <p:cNvPr id="181" name="Google Shape;181;p18"/>
          <p:cNvSpPr txBox="1"/>
          <p:nvPr>
            <p:ph idx="1" type="body"/>
          </p:nvPr>
        </p:nvSpPr>
        <p:spPr>
          <a:xfrm>
            <a:off x="4889100" y="1548300"/>
            <a:ext cx="3707700" cy="20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400">
                <a:latin typeface="Arial"/>
                <a:ea typeface="Arial"/>
                <a:cs typeface="Arial"/>
                <a:sym typeface="Arial"/>
              </a:rPr>
              <a:t>En clientes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Configuración de red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Instalación y configuración  del agente Wazuh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Registro del agente con: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/var/ossec/bin/agent-auth -m 192.168.10.10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456575" y="1548300"/>
            <a:ext cx="4912500" cy="30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</a:rPr>
              <a:t>En el servidor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s-419">
                <a:solidFill>
                  <a:schemeClr val="lt1"/>
                </a:solidFill>
              </a:rPr>
              <a:t>Instalación de Wazuh Manager + Indexer + Dashboard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s-419">
                <a:solidFill>
                  <a:schemeClr val="lt1"/>
                </a:solidFill>
              </a:rPr>
              <a:t>Configuración de red (fichero netplan)</a:t>
            </a:r>
            <a:endParaRPr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es-419">
                <a:solidFill>
                  <a:schemeClr val="lt1"/>
                </a:solidFill>
              </a:rPr>
              <a:t>Configuración Wazuh (ossec.conf)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83" name="Google Shape;1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0475" y="287375"/>
            <a:ext cx="1605300" cy="16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700"/>
              <a:t>Active Response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Bloqueo de IPs ante fuerza bruta→ firewall-drop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Añadir ruta nula ante multiples accesos fallidos → route-null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Deshabilitar usuarios → disable-account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Reinicio de Wazuh →restart-wazuh</a:t>
            </a:r>
            <a:br>
              <a:rPr lang="es-419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447" y="2809275"/>
            <a:ext cx="1676950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700"/>
              <a:t>Integración con Telegram</a:t>
            </a:r>
            <a:endParaRPr b="1" sz="1700"/>
          </a:p>
        </p:txBody>
      </p:sp>
      <p:sp>
        <p:nvSpPr>
          <p:cNvPr id="196" name="Google Shape;196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Creación del bot</a:t>
            </a:r>
            <a:br>
              <a:rPr lang="es-419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Obtención del token</a:t>
            </a:r>
            <a:br>
              <a:rPr lang="es-419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Obtención de chat_id</a:t>
            </a:r>
            <a:br>
              <a:rPr lang="es-419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Script Python creado</a:t>
            </a:r>
            <a:br>
              <a:rPr lang="es-419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s-419" sz="1400">
                <a:latin typeface="Arial"/>
                <a:ea typeface="Arial"/>
                <a:cs typeface="Arial"/>
                <a:sym typeface="Arial"/>
              </a:rPr>
              <a:t>Añadido al fichero ossec.conf: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7750" y="1653238"/>
            <a:ext cx="1837026" cy="183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Integraci</a:t>
            </a:r>
            <a:r>
              <a:rPr lang="es-419"/>
              <a:t>ón Gmail/Postfix</a:t>
            </a:r>
            <a:endParaRPr/>
          </a:p>
        </p:txBody>
      </p:sp>
      <p:sp>
        <p:nvSpPr>
          <p:cNvPr id="203" name="Google Shape;20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Instalaci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ón de postfix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Configuración de los ficheros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s-419" sz="1300">
                <a:latin typeface="Arial"/>
                <a:ea typeface="Arial"/>
                <a:cs typeface="Arial"/>
                <a:sym typeface="Arial"/>
              </a:rPr>
              <a:t>main.cf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s-419" sz="1300">
                <a:latin typeface="Arial"/>
                <a:ea typeface="Arial"/>
                <a:cs typeface="Arial"/>
                <a:sym typeface="Arial"/>
              </a:rPr>
              <a:t>sals_passwd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s-419" sz="1300">
                <a:latin typeface="Arial"/>
                <a:ea typeface="Arial"/>
                <a:cs typeface="Arial"/>
                <a:sym typeface="Arial"/>
              </a:rPr>
              <a:t>generic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s-419" sz="1300">
                <a:latin typeface="Arial"/>
                <a:ea typeface="Arial"/>
                <a:cs typeface="Arial"/>
                <a:sym typeface="Arial"/>
              </a:rPr>
              <a:t>ossec.conf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Comprobación de la configuración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5048" y="1769745"/>
            <a:ext cx="2125175" cy="16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type="title"/>
          </p:nvPr>
        </p:nvSpPr>
        <p:spPr>
          <a:xfrm>
            <a:off x="1052550" y="21147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Pruebas</a:t>
            </a:r>
            <a:endParaRPr b="1"/>
          </a:p>
        </p:txBody>
      </p:sp>
      <p:pic>
        <p:nvPicPr>
          <p:cNvPr id="210" name="Google Shape;2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2600" y="3028800"/>
            <a:ext cx="3438810" cy="18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700"/>
              <a:t>Conclusiones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400">
                <a:latin typeface="Arial"/>
                <a:ea typeface="Arial"/>
                <a:cs typeface="Arial"/>
                <a:sym typeface="Arial"/>
              </a:rPr>
              <a:t>✔ Objetivos alcanzados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400">
                <a:latin typeface="Arial"/>
                <a:ea typeface="Arial"/>
                <a:cs typeface="Arial"/>
                <a:sym typeface="Arial"/>
              </a:rPr>
              <a:t>✔ Problemas encontrados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400">
                <a:latin typeface="Arial"/>
                <a:ea typeface="Arial"/>
                <a:cs typeface="Arial"/>
                <a:sym typeface="Arial"/>
              </a:rPr>
              <a:t>✔ Mejoras futuras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3213" y="1742513"/>
            <a:ext cx="1658475" cy="165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700"/>
              <a:t> Trabajo Futuro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223" name="Google Shape;223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Escalabilidad con más clientes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Integración con SIEM empresarial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Automatizar backups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Gracias por la atenci</a:t>
            </a:r>
            <a:r>
              <a:rPr lang="es-419"/>
              <a:t>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